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6464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01952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52928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28416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03904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9392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30368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05856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6832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07808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83296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58784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34272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57200"/>
            <a:ext cx="914400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914400"/>
            <a:ext cx="914400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371600"/>
            <a:ext cx="914400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828800"/>
            <a:ext cx="914400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0"/>
            <a:ext cx="914400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743200"/>
            <a:ext cx="914400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200400"/>
            <a:ext cx="914400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657600"/>
            <a:ext cx="914400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114800"/>
            <a:ext cx="914400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72000"/>
            <a:ext cx="914400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029200"/>
            <a:ext cx="914400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0" y="0"/>
            <a:ext cx="2286000" cy="1280160"/>
          </a:xfrm>
          <a:prstGeom prst="rect">
            <a:avLst/>
          </a:prstGeom>
          <a:solidFill>
            <a:srgbClr val="FCE4EE"/>
          </a:solidFill>
          <a:ln w="12700">
            <a:solidFill>
              <a:srgbClr val="FCE4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0" y="0"/>
            <a:ext cx="1097280" cy="59436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2194560" cy="685800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28600" y="1188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CYBERSECURITY</a:t>
            </a:r>
            <a:endParaRPr lang="en-US" sz="4400" dirty="0"/>
          </a:p>
        </p:txBody>
      </p:sp>
      <p:sp>
        <p:nvSpPr>
          <p:cNvPr id="39" name="Text 36"/>
          <p:cNvSpPr/>
          <p:nvPr/>
        </p:nvSpPr>
        <p:spPr>
          <a:xfrm>
            <a:off x="228600" y="18288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1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AWARENESS</a:t>
            </a:r>
            <a:endParaRPr lang="en-US" sz="4400" dirty="0"/>
          </a:p>
        </p:txBody>
      </p:sp>
      <p:sp>
        <p:nvSpPr>
          <p:cNvPr id="40" name="Text 37"/>
          <p:cNvSpPr/>
          <p:nvPr/>
        </p:nvSpPr>
        <p:spPr>
          <a:xfrm>
            <a:off x="228600" y="24688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</a:t>
            </a:r>
            <a:endParaRPr lang="en-US" sz="4400" dirty="0"/>
          </a:p>
        </p:txBody>
      </p:sp>
      <p:sp>
        <p:nvSpPr>
          <p:cNvPr id="41" name="Shape 38"/>
          <p:cNvSpPr/>
          <p:nvPr/>
        </p:nvSpPr>
        <p:spPr>
          <a:xfrm>
            <a:off x="228600" y="3218688"/>
            <a:ext cx="4114800" cy="36576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28600" y="33101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People, Data &amp; Your Organisation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228600" y="3794760"/>
            <a:ext cx="2697480" cy="914400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28600" y="3794760"/>
            <a:ext cx="54864" cy="91440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56616" y="38404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1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2400" dirty="0"/>
          </a:p>
        </p:txBody>
      </p:sp>
      <p:sp>
        <p:nvSpPr>
          <p:cNvPr id="46" name="Text 43"/>
          <p:cNvSpPr/>
          <p:nvPr/>
        </p:nvSpPr>
        <p:spPr>
          <a:xfrm>
            <a:off x="356616" y="4315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breaches involve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error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3063240" y="3794760"/>
            <a:ext cx="2697480" cy="914400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063240" y="3794760"/>
            <a:ext cx="54864" cy="91440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191256" y="38404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1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&lt;72h</a:t>
            </a:r>
            <a:endParaRPr lang="en-US" sz="2400" dirty="0"/>
          </a:p>
        </p:txBody>
      </p:sp>
      <p:sp>
        <p:nvSpPr>
          <p:cNvPr id="50" name="Text 47"/>
          <p:cNvSpPr/>
          <p:nvPr/>
        </p:nvSpPr>
        <p:spPr>
          <a:xfrm>
            <a:off x="3191256" y="4315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POPIA notification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 (POPIA §22)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5897880" y="3794760"/>
            <a:ext cx="2697480" cy="914400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897880" y="3794760"/>
            <a:ext cx="54864" cy="91440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025896" y="38404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1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NIST</a:t>
            </a:r>
            <a:endParaRPr lang="en-US" sz="2400" dirty="0"/>
          </a:p>
        </p:txBody>
      </p:sp>
      <p:sp>
        <p:nvSpPr>
          <p:cNvPr id="54" name="Text 51"/>
          <p:cNvSpPr/>
          <p:nvPr/>
        </p:nvSpPr>
        <p:spPr>
          <a:xfrm>
            <a:off x="6025896" y="4315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 800-61 &amp;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27035 aligned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82880" y="490575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GREYHAT 4 HIRE (PTY) LTD  |  South Africa's Premier Cybersecurity Response Team  |  www.greyhat4hire.co.za  |  +27 84 651 3581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7772400" y="49057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81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28016"/>
            <a:ext cx="1645920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CYBERSECURITY MATTERS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503920" y="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960120"/>
            <a:ext cx="4206240" cy="1691640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8600" y="960120"/>
            <a:ext cx="54864" cy="169164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6616" y="10698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1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R47M+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356616" y="1737360"/>
            <a:ext cx="3200400" cy="2743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6616" y="18288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cost of a data breach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South Africa (2024)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90872" y="960120"/>
            <a:ext cx="4206240" cy="1691640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90872" y="960120"/>
            <a:ext cx="54864" cy="169164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18888" y="10698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1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277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4818888" y="1737360"/>
            <a:ext cx="3200400" cy="2743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18888" y="18288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days to identify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contain a breach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28600" y="2880360"/>
            <a:ext cx="4206240" cy="1691640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28600" y="2880360"/>
            <a:ext cx="54864" cy="169164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6616" y="29900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1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3600" dirty="0"/>
          </a:p>
        </p:txBody>
      </p:sp>
      <p:sp>
        <p:nvSpPr>
          <p:cNvPr id="21" name="Shape 18"/>
          <p:cNvSpPr/>
          <p:nvPr/>
        </p:nvSpPr>
        <p:spPr>
          <a:xfrm>
            <a:off x="356616" y="3657600"/>
            <a:ext cx="3200400" cy="2743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6616" y="37490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South African organisations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experienced a cyber attack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690872" y="2880360"/>
            <a:ext cx="4206240" cy="1691640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90872" y="2880360"/>
            <a:ext cx="54864" cy="169164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18888" y="29900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1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 HRS</a:t>
            </a:r>
            <a:endParaRPr lang="en-US" sz="3600" dirty="0"/>
          </a:p>
        </p:txBody>
      </p:sp>
      <p:sp>
        <p:nvSpPr>
          <p:cNvPr id="26" name="Shape 23"/>
          <p:cNvSpPr/>
          <p:nvPr/>
        </p:nvSpPr>
        <p:spPr>
          <a:xfrm>
            <a:off x="4818888" y="3657600"/>
            <a:ext cx="3200400" cy="2743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18888" y="37490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POPIA deadline to notify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Information Regulator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82880" y="490575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GREYHAT 4 HIRE (PTY) LTD  |  South Africa's Premier Cybersecurity Response Team  |  www.greyhat4hire.co.za  |  +27 84 651 3581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7772400" y="49057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81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28016"/>
            <a:ext cx="1645920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HUMAN ELEMENT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503920" y="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96012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B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people are both your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B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greatest asset and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B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biggest security risk.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28600" y="2670048"/>
            <a:ext cx="2743200" cy="36576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276148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of successful cyber attacks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human error.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0" y="9601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1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ATTACK ENTRY POINTS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0" y="1298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Emails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0" y="12984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1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0" y="1591056"/>
            <a:ext cx="4297680" cy="201168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1591056"/>
            <a:ext cx="3910889" cy="201168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0" y="2075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Engineering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0" y="20756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1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0" y="2368296"/>
            <a:ext cx="4297680" cy="201168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0" y="2368296"/>
            <a:ext cx="3180283" cy="201168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0" y="28529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Passwords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29600" y="28529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1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0" y="3145536"/>
            <a:ext cx="4297680" cy="201168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0" y="3145536"/>
            <a:ext cx="2621585" cy="201168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0" y="3630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Unpatched Software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229600" y="3630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1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0" y="3922776"/>
            <a:ext cx="4297680" cy="201168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0" y="3922776"/>
            <a:ext cx="2449678" cy="201168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82880" y="490575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GREYHAT 4 HIRE (PTY) LTD  |  South Africa's Premier Cybersecurity Response Team  |  www.greyhat4hire.co.za  |  +27 84 651 3581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7772400" y="49057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81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28016"/>
            <a:ext cx="1645920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PHISHING: RECOGNIZE &amp; REPORT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503920" y="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932688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8600" y="932688"/>
            <a:ext cx="4114800" cy="347472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9509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 SUSPICIOUS EMAIL EXAMPLE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47472" y="133502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" y="13350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security@paypa1-alert.com ⚠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47472" y="160934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To: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" y="16093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employee@yourcompany.co.za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47472" y="18836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" y="18836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URGENT: Account Suspended ⚠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0040" y="2176272"/>
            <a:ext cx="391363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" y="2231136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Dear Valued Customer,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account has been temporarily SUSPENDED. Click below IMMEDIATELY or your account will be CLOSED within 24 hours.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005840" y="3364992"/>
            <a:ext cx="2011680" cy="310896"/>
          </a:xfrm>
          <a:prstGeom prst="rect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33649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NOW →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462272" y="950976"/>
            <a:ext cx="4572000" cy="502920"/>
          </a:xfrm>
          <a:prstGeom prst="rect">
            <a:avLst/>
          </a:prstGeom>
          <a:solidFill>
            <a:srgbClr val="FCE4EE"/>
          </a:solidFill>
          <a:ln w="9525">
            <a:solidFill>
              <a:srgbClr val="F5BBC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62272" y="950976"/>
            <a:ext cx="54864" cy="50292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90288" y="987552"/>
            <a:ext cx="4370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0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Misspelled domain: 'paypa1' not 'paypal'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462272" y="1627632"/>
            <a:ext cx="4572000" cy="502920"/>
          </a:xfrm>
          <a:prstGeom prst="rect">
            <a:avLst/>
          </a:prstGeom>
          <a:solidFill>
            <a:srgbClr val="FCE4EE"/>
          </a:solidFill>
          <a:ln w="9525">
            <a:solidFill>
              <a:srgbClr val="F5BBC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62272" y="1627632"/>
            <a:ext cx="54864" cy="50292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90288" y="1664208"/>
            <a:ext cx="4370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0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URGENT language creates panic — classic manipulation tactic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462272" y="2331720"/>
            <a:ext cx="4572000" cy="502920"/>
          </a:xfrm>
          <a:prstGeom prst="rect">
            <a:avLst/>
          </a:prstGeom>
          <a:solidFill>
            <a:srgbClr val="FCE4EE"/>
          </a:solidFill>
          <a:ln w="9525">
            <a:solidFill>
              <a:srgbClr val="F5BBC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62272" y="2331720"/>
            <a:ext cx="54864" cy="50292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90288" y="2368296"/>
            <a:ext cx="4370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0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Generic greeting — attackers don't know your name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462272" y="3017520"/>
            <a:ext cx="4572000" cy="502920"/>
          </a:xfrm>
          <a:prstGeom prst="rect">
            <a:avLst/>
          </a:prstGeom>
          <a:solidFill>
            <a:srgbClr val="FCE4EE"/>
          </a:solidFill>
          <a:ln w="9525">
            <a:solidFill>
              <a:srgbClr val="F5BBC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462272" y="3017520"/>
            <a:ext cx="54864" cy="50292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90288" y="3054096"/>
            <a:ext cx="4370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0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Suspicious link — always hover before clicking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462272" y="3703320"/>
            <a:ext cx="4572000" cy="475488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90288" y="3721608"/>
            <a:ext cx="4370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DO NOT click. DO NOT enter credentials. Forward to your security team, then DELETE.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82880" y="490575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GREYHAT 4 HIRE (PTY) LTD  |  South Africa's Premier Cybersecurity Response Team  |  www.greyhat4hire.co.za  |  +27 84 651 3581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7772400" y="49057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81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28016"/>
            <a:ext cx="1645920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ENGINEERING TACTICS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503920" y="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932688"/>
            <a:ext cx="2788920" cy="1719072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8600" y="932688"/>
            <a:ext cx="2788920" cy="54864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6616" y="10241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🎣  Phishing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56616" y="1389888"/>
            <a:ext cx="18288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6616" y="1481328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Fraudulent emails impersonating trusted brands to steal credentials or install malware.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36392" y="932688"/>
            <a:ext cx="2788920" cy="1719072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36392" y="932688"/>
            <a:ext cx="2788920" cy="54864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64408" y="10241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 Vishing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264408" y="1389888"/>
            <a:ext cx="18288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64408" y="1481328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calls impersonating IT support or banks to extract sensitive information.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44184" y="932688"/>
            <a:ext cx="2788920" cy="1719072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44184" y="932688"/>
            <a:ext cx="2788920" cy="54864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72200" y="10241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Smishing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172200" y="1389888"/>
            <a:ext cx="18288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72200" y="1481328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SMS messages posing as SARS, FNB, or delivery notifications.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28600" y="2816352"/>
            <a:ext cx="2788920" cy="1719072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28600" y="2816352"/>
            <a:ext cx="2788920" cy="54864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56616" y="29077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  Pretexting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56616" y="3273552"/>
            <a:ext cx="18288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6616" y="3364992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Fabricated scenarios — e.g. fake auditor — to gain information or physical access.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136392" y="2816352"/>
            <a:ext cx="2788920" cy="1719072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136392" y="2816352"/>
            <a:ext cx="2788920" cy="54864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64408" y="29077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  Tailgating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3264408" y="3273552"/>
            <a:ext cx="18288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64408" y="3364992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Physically following authorised staff through secure doors without access control.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044184" y="2816352"/>
            <a:ext cx="2788920" cy="1719072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044184" y="2816352"/>
            <a:ext cx="2788920" cy="54864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72200" y="29077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 USB Baiting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172200" y="3273552"/>
            <a:ext cx="18288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72200" y="3364992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Infected USB drives left in car parks. Victims plug them in out of curiosity.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82880" y="490575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GREYHAT 4 HIRE (PTY) LTD  |  South Africa's Premier Cybersecurity Response Team  |  www.greyhat4hire.co.za  |  +27 84 651 3581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7772400" y="49057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81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28016"/>
            <a:ext cx="1645920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PASSWORD SECURITY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503920" y="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932688"/>
            <a:ext cx="4160520" cy="347472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93268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DO THIS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28600" y="1298448"/>
            <a:ext cx="4160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131673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 passphrases: 4+ random words strung together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28600" y="1700784"/>
            <a:ext cx="4160520" cy="36576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171907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Enable Multi-Factor Authentication (MFA) everywhere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28600" y="2103120"/>
            <a:ext cx="4160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12140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 a password manager (Bitwarden, 1Password)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28600" y="2505456"/>
            <a:ext cx="4160520" cy="36576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252374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 a unique password for EVERY account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28600" y="2907792"/>
            <a:ext cx="4160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292608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Change passwords immediately if a breach is suspected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54880" y="932688"/>
            <a:ext cx="4160520" cy="347472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93268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DON'T DO THIS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754880" y="1298448"/>
            <a:ext cx="4160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131673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 'Password123' or your name + birth year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754880" y="1700784"/>
            <a:ext cx="4160520" cy="36576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46320" y="171907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Reuse the same password across multiple accounts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754880" y="2103120"/>
            <a:ext cx="4160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0" y="212140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Write passwords on sticky notes or spreadsheets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754880" y="2505456"/>
            <a:ext cx="4160520" cy="36576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0" y="252374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Share passwords over email, WhatsApp, or Slack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754880" y="2907792"/>
            <a:ext cx="4160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46320" y="292608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Ignore 'Have I Been Pwned' breach notifications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28600" y="4279392"/>
            <a:ext cx="8686800" cy="566928"/>
          </a:xfrm>
          <a:prstGeom prst="rect">
            <a:avLst/>
          </a:prstGeom>
          <a:solidFill>
            <a:srgbClr val="FCE4EE"/>
          </a:solidFill>
          <a:ln w="9525">
            <a:solidFill>
              <a:srgbClr val="F5BBC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28600" y="4279392"/>
            <a:ext cx="54864" cy="566928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7472" y="4297680"/>
            <a:ext cx="8485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0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STRONG PASSPHRASE:  "Purple-Mountain-Runs-Coffee"  →  28 characters, easy to remember, and near-impossible to brute-force.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82880" y="490575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GREYHAT 4 HIRE (PTY) LTD  |  South Africa's Premier Cybersecurity Response Team  |  www.greyhat4hire.co.za  |  +27 84 651 3581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7772400" y="49057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81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28016"/>
            <a:ext cx="1645920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 EMAIL &amp; INTERNET USE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503920" y="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932688"/>
            <a:ext cx="4206240" cy="1207008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8600" y="932688"/>
            <a:ext cx="502920" cy="1207008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932688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1024128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Sender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1353312"/>
            <a:ext cx="3547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full email address — not just the display name. Hover over links to see the real URL before clicking.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90872" y="932688"/>
            <a:ext cx="4206240" cy="1207008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90872" y="932688"/>
            <a:ext cx="502920" cy="1207008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90872" y="932688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285232" y="1024128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Download Unexpectedly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285232" y="1353312"/>
            <a:ext cx="3547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open attachments you weren't expecting. Even .pdf and .docx files can carry malware.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28600" y="2258568"/>
            <a:ext cx="4206240" cy="1207008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28600" y="2258568"/>
            <a:ext cx="502920" cy="1207008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28600" y="2258568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22960" y="2350008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Public Wi-Fi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2960" y="2679192"/>
            <a:ext cx="3547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access company systems on public Wi-Fi without a VPN — attackers can intercept your traffic.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90872" y="2258568"/>
            <a:ext cx="4206240" cy="1207008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90872" y="2258568"/>
            <a:ext cx="502920" cy="1207008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90872" y="2258568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285232" y="2350008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Software Updated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679192"/>
            <a:ext cx="3547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automatic updates. Most attacks exploit known vulnerabilities that already have patches available.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28600" y="3584448"/>
            <a:ext cx="4206240" cy="1207008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28600" y="3584448"/>
            <a:ext cx="502920" cy="1207008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8600" y="3584448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822960" y="3675888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Strong Authentication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22960" y="4005072"/>
            <a:ext cx="3547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MFA on all accounts. Never approve MFA push notifications you didn't initiate yourself.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690872" y="3584448"/>
            <a:ext cx="4206240" cy="1207008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90872" y="3584448"/>
            <a:ext cx="502920" cy="1207008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90872" y="3584448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5285232" y="3675888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Suspicious Activity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285232" y="4005072"/>
            <a:ext cx="3547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something feels wrong — report it immediately. Early reporting is the difference between near-miss and full breach.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82880" y="490575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GREYHAT 4 HIRE (PTY) LTD  |  South Africa's Premier Cybersecurity Response Team  |  www.greyhat4hire.co.za  |  +27 84 651 3581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7772400" y="49057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81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28016"/>
            <a:ext cx="1645920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REMOTE WORKING SECURITY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503920" y="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932688"/>
            <a:ext cx="278892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8600" y="932688"/>
            <a:ext cx="2788920" cy="54864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" y="10424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" y="104241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Company VPN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8328" y="1499616"/>
            <a:ext cx="254203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" y="1572768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connect via approved VPN when accessing company resources remotely.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136392" y="932688"/>
            <a:ext cx="278892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36392" y="932688"/>
            <a:ext cx="2788920" cy="54864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46120" y="10424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730752" y="104241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Your Screen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246120" y="1499616"/>
            <a:ext cx="254203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46120" y="1572768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whenever you step away. Win+L (Windows) or Ctrl+Cmd+Q (Mac).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044184" y="932688"/>
            <a:ext cx="278892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44184" y="932688"/>
            <a:ext cx="2788920" cy="54864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53912" y="10424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📵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638544" y="104241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Video Calls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153912" y="1499616"/>
            <a:ext cx="254203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53912" y="1572768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 what is visible on screen during calls. Use virtual backgrounds in public places.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28600" y="2816352"/>
            <a:ext cx="278892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28600" y="2816352"/>
            <a:ext cx="2788920" cy="54864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8328" y="2926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82296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Home Router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38328" y="3383280"/>
            <a:ext cx="254203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38328" y="3456432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your default router password. Use WPA3 encryption and update firmware regularly.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136392" y="2816352"/>
            <a:ext cx="278892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136392" y="2816352"/>
            <a:ext cx="2788920" cy="54864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46120" y="2926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3730752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Personal Devices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3246120" y="3383280"/>
            <a:ext cx="254203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46120" y="3456432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store company data on personal drives, phones, or personal cloud accounts.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044184" y="2816352"/>
            <a:ext cx="278892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044184" y="2816352"/>
            <a:ext cx="2788920" cy="54864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53912" y="2926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👀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6638544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Shoulder-Surf Awareness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153912" y="3383280"/>
            <a:ext cx="254203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53912" y="3456432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 private spaces. Be aware of who can see your screen in coffee shops or transport.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82880" y="490575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GREYHAT 4 HIRE (PTY) LTD  |  South Africa's Premier Cybersecurity Response Team  |  www.greyhat4hire.co.za  |  +27 84 651 3581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7772400" y="49057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81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28016"/>
            <a:ext cx="1645920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HANDLING &amp; POPIA COMPLIANCE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503920" y="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932688"/>
            <a:ext cx="8686800" cy="438912"/>
          </a:xfrm>
          <a:prstGeom prst="rect">
            <a:avLst/>
          </a:prstGeom>
          <a:solidFill>
            <a:srgbClr val="FCE4EE"/>
          </a:solidFill>
          <a:ln w="9525">
            <a:solidFill>
              <a:srgbClr val="F5BB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8600" y="932688"/>
            <a:ext cx="54864" cy="438912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950976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0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  POPIA Section 22 requires notification to the Information Regulator within 72 hours of a personal information breach.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8600" y="1481328"/>
            <a:ext cx="2788920" cy="1389888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" y="1481328"/>
            <a:ext cx="457200" cy="1389888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8600" y="1481328"/>
            <a:ext cx="4572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77240" y="157276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1938528"/>
            <a:ext cx="2176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organisation is responsible for all personal data it processes.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136392" y="1481328"/>
            <a:ext cx="278892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36392" y="1481328"/>
            <a:ext cx="457200" cy="1389888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36392" y="1481328"/>
            <a:ext cx="4572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3685032" y="157276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Limitation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85032" y="1938528"/>
            <a:ext cx="2176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collect data that is necessary for a specific, lawful purpose.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44184" y="1481328"/>
            <a:ext cx="2788920" cy="1389888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44184" y="1481328"/>
            <a:ext cx="457200" cy="1389888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44184" y="1481328"/>
            <a:ext cx="4572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592824" y="157276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Specification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592824" y="1938528"/>
            <a:ext cx="2176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may only be used for the purpose it was originally collected for.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28600" y="2990088"/>
            <a:ext cx="278892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28600" y="2990088"/>
            <a:ext cx="457200" cy="1389888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8600" y="2990088"/>
            <a:ext cx="4572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777240" y="308152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Subject Rights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77240" y="3447288"/>
            <a:ext cx="2176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Individuals can request access, correction, or deletion of their data.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136392" y="2990088"/>
            <a:ext cx="2788920" cy="1389888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136392" y="2990088"/>
            <a:ext cx="457200" cy="1389888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136392" y="2990088"/>
            <a:ext cx="4572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3685032" y="308152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Safeguards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685032" y="3447288"/>
            <a:ext cx="2176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technical and organisational measures to protect personal data.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044184" y="2990088"/>
            <a:ext cx="278892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044184" y="2990088"/>
            <a:ext cx="457200" cy="1389888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044184" y="2990088"/>
            <a:ext cx="4572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6592824" y="308152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Notification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592824" y="3447288"/>
            <a:ext cx="2176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breaches to the Information Regulator within 72 hours.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82880" y="490575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GREYHAT 4 HIRE (PTY) LTD  |  South Africa's Premier Cybersecurity Response Team  |  www.greyhat4hire.co.za  |  +27 84 651 3581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7772400" y="49057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81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28016"/>
            <a:ext cx="1645920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TO DO IN A CYBER INCIDENT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503920" y="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932688"/>
            <a:ext cx="8686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8600" y="932688"/>
            <a:ext cx="640080" cy="658368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93268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0584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— Do Not Panic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129844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reboot or shut down. Do not attempt self-remediation. Preserve the system state exactly as it is.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28600" y="1682496"/>
            <a:ext cx="8686800" cy="658368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8600" y="1682496"/>
            <a:ext cx="640080" cy="658368"/>
          </a:xfrm>
          <a:prstGeom prst="rect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8600" y="168249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005840" y="1755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 If Safe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" y="2048256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Unplug from the network (cable / disable Wi-Fi) but do NOT power off the device.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28600" y="2432304"/>
            <a:ext cx="8686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28600" y="2432304"/>
            <a:ext cx="640080" cy="65836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28600" y="243230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005840" y="25054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Immediately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05840" y="2798064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your IT/Security team or Greyhat 4 Hire on +27 84 651 3581 right away — 24/7.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28600" y="3182112"/>
            <a:ext cx="8686800" cy="658368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28600" y="3182112"/>
            <a:ext cx="640080" cy="658368"/>
          </a:xfrm>
          <a:prstGeom prst="rect">
            <a:avLst/>
          </a:prstGeom>
          <a:solidFill>
            <a:srgbClr val="1A4E8A"/>
          </a:solidFill>
          <a:ln w="12700">
            <a:solidFill>
              <a:srgbClr val="1A4E8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28600" y="318211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005840" y="3255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Everything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05840" y="3547872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what you saw, when, and what you were doing. Take a photo of your screen if it is safe to do so.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28600" y="3931920"/>
            <a:ext cx="8686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28600" y="3931920"/>
            <a:ext cx="640080" cy="658368"/>
          </a:xfrm>
          <a:prstGeom prst="rect">
            <a:avLst/>
          </a:prstGeom>
          <a:solidFill>
            <a:srgbClr val="5A1A82"/>
          </a:solidFill>
          <a:ln w="12700">
            <a:solidFill>
              <a:srgbClr val="5A1A8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8600" y="393192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1005840" y="4005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Cooperate Fully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005840" y="4297680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all instructions from the response team. Do not discuss the incident externally or on social media.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82880" y="490575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GREYHAT 4 HIRE (PTY) LTD  |  South Africa's Premier Cybersecurity Response Team  |  www.greyhat4hire.co.za  |  +27 84 651 3581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7772400" y="49057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81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28016"/>
            <a:ext cx="1645920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QUICK REFERENCE CARD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503920" y="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932688"/>
            <a:ext cx="4160520" cy="329184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93268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ALWAYS DO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1280160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12984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Hover before clicking any link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28600" y="1719072"/>
            <a:ext cx="4160520" cy="402336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17373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Verify unexpected senders by phone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28600" y="2157984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1762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Use MFA on all accounts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28600" y="2596896"/>
            <a:ext cx="4160520" cy="402336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261518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Lock screen when stepping away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28600" y="3035808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305409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Use VPN on public networks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28600" y="3474720"/>
            <a:ext cx="4160520" cy="402336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34930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Report suspicious emails immediately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932688"/>
            <a:ext cx="4160520" cy="329184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0" y="93268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NEVER DO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54880" y="1280160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46320" y="12984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Share passwords with anyone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54880" y="1719072"/>
            <a:ext cx="4160520" cy="402336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0" y="17373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Plug in unknown USB devices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754880" y="2157984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0" y="21762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Bypass security controls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754880" y="2596896"/>
            <a:ext cx="4160520" cy="402336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46320" y="261518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Store data on personal cloud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754880" y="3035808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46320" y="305409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Click 'URGENT' email links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754880" y="3474720"/>
            <a:ext cx="4160520" cy="402336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0" y="34930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Ignore software update prompts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228600" y="4315968"/>
            <a:ext cx="8686800" cy="50292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28600" y="43159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 SECURITY INCIDENT?  Call Greyhat 4 Hire 24/7:  +27 84 651 3581  |  www.greyhat4hire.co.za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82880" y="490575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GREYHAT 4 HIRE (PTY) LTD  |  South Africa's Premier Cybersecurity Response Team  |  www.greyhat4hire.co.za  |  +27 84 651 3581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7772400" y="49057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81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6464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01952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52928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28416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03904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9392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30368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05856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6832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07808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83296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58784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34272" y="0"/>
            <a:ext cx="9144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1168"/>
            <a:ext cx="2194560" cy="68580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858000" y="0"/>
            <a:ext cx="2286000" cy="914400"/>
          </a:xfrm>
          <a:prstGeom prst="rect">
            <a:avLst/>
          </a:prstGeom>
          <a:solidFill>
            <a:srgbClr val="FCE4EE"/>
          </a:solidFill>
          <a:ln w="12700">
            <a:solidFill>
              <a:srgbClr val="FCE4E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46720" y="0"/>
            <a:ext cx="1097280" cy="45720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28600" y="114300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are the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228600" y="171907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1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First Line of Defence.</a:t>
            </a:r>
            <a:endParaRPr lang="en-US" sz="3800" dirty="0"/>
          </a:p>
        </p:txBody>
      </p:sp>
      <p:sp>
        <p:nvSpPr>
          <p:cNvPr id="28" name="Shape 25"/>
          <p:cNvSpPr/>
          <p:nvPr/>
        </p:nvSpPr>
        <p:spPr>
          <a:xfrm>
            <a:off x="228600" y="2395728"/>
            <a:ext cx="3657600" cy="36576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28600" y="248716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alert. Stay safe. Report early.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228600" y="3090672"/>
            <a:ext cx="2788920" cy="960120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28600" y="3090672"/>
            <a:ext cx="54864" cy="96012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6616" y="31272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1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 24/7 Hotline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56616" y="34381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+27 84 651 3581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3136392" y="3090672"/>
            <a:ext cx="2788920" cy="960120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136392" y="3090672"/>
            <a:ext cx="54864" cy="96012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64408" y="31272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1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Website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264408" y="34381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www.greyhat4hire.co.za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044184" y="3090672"/>
            <a:ext cx="2788920" cy="960120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044184" y="3090672"/>
            <a:ext cx="54864" cy="960120"/>
          </a:xfrm>
          <a:prstGeom prst="rect">
            <a:avLst/>
          </a:prstGeom>
          <a:solidFill>
            <a:srgbClr val="E8166D"/>
          </a:solidFill>
          <a:ln w="12700">
            <a:solidFill>
              <a:srgbClr val="E8166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72200" y="31272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1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 Security Reports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172200" y="34381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info@greyhat4hire.co.za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82880" y="490575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GREYHAT 4 HIRE (PTY) LTD  |  South Africa's Premier Cybersecurity Response Team  |  www.greyhat4hire.co.za  |  +27 84 651 3581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7772400" y="49057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81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Awareness Training</dc:title>
  <dc:subject>PptxGenJS Presentation</dc:subject>
  <dc:creator>Greyhat 4 Hire (Pty) Ltd</dc:creator>
  <cp:lastModifiedBy>Greyhat 4 Hire (Pty) Ltd</cp:lastModifiedBy>
  <cp:revision>1</cp:revision>
  <dcterms:created xsi:type="dcterms:W3CDTF">2026-02-22T13:29:19Z</dcterms:created>
  <dcterms:modified xsi:type="dcterms:W3CDTF">2026-02-22T13:29:19Z</dcterms:modified>
</cp:coreProperties>
</file>